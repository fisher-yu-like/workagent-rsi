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8442ed26104557" /><Relationship Type="http://schemas.openxmlformats.org/officeDocument/2006/relationships/extended-properties" Target="/docProps/app.xml" Id="R473177ec474e4586" /><Relationship Type="http://schemas.openxmlformats.org/officeDocument/2006/relationships/officeDocument" Target="/ppt/presentation.xml" Id="R647178bc9d9b48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64c0a679714c4e"/>
  </p:sldMasterIdLst>
  <p:notesMasterIdLst>
    <p:notesMasterId xmlns:r="http://schemas.openxmlformats.org/officeDocument/2006/relationships" r:id="R2e604c12eead47d8"/>
  </p:notesMasterIdLst>
  <p:sldIdLst>
    <p:sldId xmlns:r="http://schemas.openxmlformats.org/officeDocument/2006/relationships" id="256" r:id="Redbd98696c1f4769"/>
    <p:sldId xmlns:r="http://schemas.openxmlformats.org/officeDocument/2006/relationships" id="257" r:id="R94fdb0d852cf4e99"/>
    <p:sldId xmlns:r="http://schemas.openxmlformats.org/officeDocument/2006/relationships" id="258" r:id="R840d845d16b14530"/>
    <p:sldId xmlns:r="http://schemas.openxmlformats.org/officeDocument/2006/relationships" id="259" r:id="R464c7315df7448c2"/>
    <p:sldId xmlns:r="http://schemas.openxmlformats.org/officeDocument/2006/relationships" id="260" r:id="Rda33d61f71244236"/>
    <p:sldId xmlns:r="http://schemas.openxmlformats.org/officeDocument/2006/relationships" id="261" r:id="Rb4afefe777534e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5ee0391ad245bb" /><Relationship Type="http://schemas.openxmlformats.org/officeDocument/2006/relationships/slideMaster" Target="/ppt/slideMasters/slideMaster1.xml" Id="Rfd64c0a679714c4e" /><Relationship Type="http://schemas.openxmlformats.org/officeDocument/2006/relationships/notesMaster" Target="/ppt/notesMasters/notesMaster1.xml" Id="R2e604c12eead47d8" /><Relationship Type="http://schemas.openxmlformats.org/officeDocument/2006/relationships/presProps" Target="/ppt/presProps.xml" Id="Rc359295c167e4b70" /><Relationship Type="http://schemas.openxmlformats.org/officeDocument/2006/relationships/tableStyles" Target="/ppt/tableStyles.xml" Id="R3cb87a6e1f624a55" /><Relationship Type="http://schemas.openxmlformats.org/officeDocument/2006/relationships/slide" Target="/ppt/slides/slide1.xml" Id="Redbd98696c1f4769" /><Relationship Type="http://schemas.openxmlformats.org/officeDocument/2006/relationships/slide" Target="/ppt/slides/slide2.xml" Id="R94fdb0d852cf4e99" /><Relationship Type="http://schemas.openxmlformats.org/officeDocument/2006/relationships/slide" Target="/ppt/slides/slide3.xml" Id="R840d845d16b14530" /><Relationship Type="http://schemas.openxmlformats.org/officeDocument/2006/relationships/slide" Target="/ppt/slides/slide4.xml" Id="R464c7315df7448c2" /><Relationship Type="http://schemas.openxmlformats.org/officeDocument/2006/relationships/slide" Target="/ppt/slides/slide5.xml" Id="Rda33d61f71244236" /><Relationship Type="http://schemas.openxmlformats.org/officeDocument/2006/relationships/slide" Target="/ppt/slides/slide6.xml" Id="Rb4afefe777534e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445401487246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caf0a124384d97" /><Relationship Type="http://schemas.openxmlformats.org/officeDocument/2006/relationships/notesMaster" Target="/ppt/notesMasters/notesMaster1.xml" Id="R180c18a33758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541e0c93924442" /><Relationship Type="http://schemas.openxmlformats.org/officeDocument/2006/relationships/notesMaster" Target="/ppt/notesMasters/notesMaster1.xml" Id="R808ca56b30da4c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404979adfd4070" /><Relationship Type="http://schemas.openxmlformats.org/officeDocument/2006/relationships/notesMaster" Target="/ppt/notesMasters/notesMaster1.xml" Id="R36545e6397ec43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a2c19418794847" /><Relationship Type="http://schemas.openxmlformats.org/officeDocument/2006/relationships/notesMaster" Target="/ppt/notesMasters/notesMaster1.xml" Id="Rdd4e84d041be4c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73b96e0d7b47c8" /><Relationship Type="http://schemas.openxmlformats.org/officeDocument/2006/relationships/notesMaster" Target="/ppt/notesMasters/notesMaster1.xml" Id="R12b05216d1fc44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36da478de646ab" /><Relationship Type="http://schemas.openxmlformats.org/officeDocument/2006/relationships/notesMaster" Target="/ppt/notesMasters/notesMaster1.xml" Id="R4f8b40fc146f4b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project_artifacts/phase1_harness/results/run_summary.json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project_artifacts/phase1_harness/results/run_summary.json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project_artifacts/phase1_harness/results/run_summary.json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project_artifacts/phase1_harness/results/run_summary.json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project_artifacts/phase1_harness/results/run_summary.json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project_artifacts/phase1_harness/results/run_summary.json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e32ed1caa4e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8cd08e454142dc" /><Relationship Type="http://schemas.openxmlformats.org/officeDocument/2006/relationships/slideLayout" Target="/ppt/slideLayouts/slideLayout1.xml" Id="Rfa03e0ac5b0540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03e0ac5b0540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43517241d4544" /><Relationship Type="http://schemas.openxmlformats.org/officeDocument/2006/relationships/notesSlide" Target="/ppt/notesSlides/notesSlide1.xml" Id="R03b0be64759145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681d51e594680" /><Relationship Type="http://schemas.openxmlformats.org/officeDocument/2006/relationships/notesSlide" Target="/ppt/notesSlides/notesSlide2.xml" Id="Re2a79a12bb6944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8cb36b94743b9" /><Relationship Type="http://schemas.openxmlformats.org/officeDocument/2006/relationships/notesSlide" Target="/ppt/notesSlides/notesSlide3.xml" Id="R1cc9e0b5be3f4e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70ea66f984f97" /><Relationship Type="http://schemas.openxmlformats.org/officeDocument/2006/relationships/notesSlide" Target="/ppt/notesSlides/notesSlide4.xml" Id="Rfa990abbfb8243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3df2f57d345b1" /><Relationship Type="http://schemas.openxmlformats.org/officeDocument/2006/relationships/notesSlide" Target="/ppt/notesSlides/notesSlide5.xml" Id="R05e289efbf2241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416a8150e465a" /><Relationship Type="http://schemas.openxmlformats.org/officeDocument/2006/relationships/notesSlide" Target="/ppt/notesSlides/notesSlide6.xml" Id="R9a1566e89bd04f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0488D-EA2E-4B8E-AA23-1E3A4EF0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Harness 与 WorkAgent 运行报告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C7225-7194-4D56-93CF-5A1DDF46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Phase 1B 本地 Mock Pipeline</a:t>
            </a:r>
          </a:p>
          <a:p xmlns:a="http://schemas.openxmlformats.org/drawingml/2006/main">
            <a:pPr>
              <a:defRPr sz="180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2026-09-23</a:t>
            </a:r>
          </a:p>
        </p:txBody>
      </p:sp>
    </p:spTree>
    <p:extLst>
      <p:ext uri="{BB962C8B-B14F-4D97-AF65-F5344CB8AC3E}">
        <p14:creationId xmlns:p14="http://schemas.microsoft.com/office/powerpoint/2010/main" val="991501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CFE5D-6134-467E-A210-579BE4AF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目标与边界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53D22-6125-455A-BAB7-576F37AE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本轮验证 Harness 契约、状态机、trace、artifact 和 evaluator 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外部 WorkAgent provider 尚未配置。Office 文件来自已记录的 mock 运行证据。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AFC49-D31D-4E6A-AB6B-0F38B7FE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27311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905A6-9E4F-488F-92D7-5117BB36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41533-2DAF-4FF2-87A2-260B7B91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  TaskSpec 校验任务输入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  Orchestrator 管理状态与重试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  MockWorkAgentAdapter 产生确定性事件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4  ArtifactStore 和 TraceStore 保存证据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5  BasicEvaluator 执行关键断言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BC0FF-C8F3-4D63-BA2A-5E1DB397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87063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04EE7-A3B5-497F-9371-FCAAA768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Pipeline 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CF5AD-14B6-4C04-8EBB-37525739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VALIDATING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EVALUATING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SUCCEEDED 或 FAILED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可控失败保留 run ID、失败原因和尝试次数。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0A1C7-6A36-4BA2-9522-7393B49C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32613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3A043-92F0-4961-B397-C5DEC4E7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92BEC-B3FE-4E6D-B361-BDF9CE27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minimal_success    SUCCEEDED    0.057 s</a:t>
            </a:r>
          </a:p>
          <a:p xmlns:a="http://schemas.openxmlformats.org/drawingml/2006/main">
            <a:pPr>
              <a:def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complete_success    SUCCEEDED    0.059 s</a:t>
            </a:r>
          </a:p>
          <a:p xmlns:a="http://schemas.openxmlformats.org/drawingml/2006/main">
            <a:pPr>
              <a:def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controlled_failure    FAILED    0.047 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D4385-3C17-478B-96D4-F5C33097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87155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FD815-DCE9-43B3-B9F8-C37DC140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问题与下一步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E4313-7AB3-4298-9009-F085D717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已验证本地 mock 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下一步接入真实 WorkAgent adapter，并在可用的 Office 引擎中执行公式重算和渲染验证。完成真实 Pipeline 后再进入 RSI 框架阶段。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BC897-9A39-4DDB-865E-71510CE1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74755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2026-09-23T02:52:19.5150000Z</dcterms:created>
  <dcterms:modified xsi:type="dcterms:W3CDTF">2026-09-23T02:52:19.5150000Z</dcterms:modified>
</coreProperties>
</file>