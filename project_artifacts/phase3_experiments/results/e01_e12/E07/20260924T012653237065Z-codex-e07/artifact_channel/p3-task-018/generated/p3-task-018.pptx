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Generated Artifact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p3-task-018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