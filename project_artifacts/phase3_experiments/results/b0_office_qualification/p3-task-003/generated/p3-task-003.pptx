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 a powerpoint Office artifact for the hard pilot scenario 003. Preserve the exact marker P3-TASK-003.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P3-TASK-003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