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 a powerpoint Office artifact for the hard pilot scenario 015. Preserve the exact marker P3-TASK-015.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