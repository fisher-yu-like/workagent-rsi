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Produce a powerpoint Office artifact for the hard pilot scenario 009. Preserve the exact marker P3-TASK-009.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P3-TASK-009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