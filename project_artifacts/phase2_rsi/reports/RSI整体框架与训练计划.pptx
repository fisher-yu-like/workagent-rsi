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25e0b744324022" /><Relationship Type="http://schemas.openxmlformats.org/officeDocument/2006/relationships/extended-properties" Target="/docProps/app.xml" Id="Refa3727d325d4e16" /><Relationship Type="http://schemas.openxmlformats.org/officeDocument/2006/relationships/officeDocument" Target="/ppt/presentation.xml" Id="R403a2da0f9b5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42e5e21854fd4"/>
  </p:sldMasterIdLst>
  <p:notesMasterIdLst>
    <p:notesMasterId xmlns:r="http://schemas.openxmlformats.org/officeDocument/2006/relationships" r:id="R6f45990faee64b6a"/>
  </p:notesMasterIdLst>
  <p:sldIdLst>
    <p:sldId xmlns:r="http://schemas.openxmlformats.org/officeDocument/2006/relationships" id="256" r:id="Rce68482e375b4abc"/>
    <p:sldId xmlns:r="http://schemas.openxmlformats.org/officeDocument/2006/relationships" id="257" r:id="R13fc5cb2f7ed4d97"/>
    <p:sldId xmlns:r="http://schemas.openxmlformats.org/officeDocument/2006/relationships" id="258" r:id="R990d0155b938400e"/>
    <p:sldId xmlns:r="http://schemas.openxmlformats.org/officeDocument/2006/relationships" id="259" r:id="R6218a1cc2d4e4a66"/>
    <p:sldId xmlns:r="http://schemas.openxmlformats.org/officeDocument/2006/relationships" id="260" r:id="Rb30a2db2842b4ed9"/>
    <p:sldId xmlns:r="http://schemas.openxmlformats.org/officeDocument/2006/relationships" id="261" r:id="R6e058112dd0b4ffd"/>
    <p:sldId xmlns:r="http://schemas.openxmlformats.org/officeDocument/2006/relationships" id="262" r:id="Rb117c63137dd4277"/>
    <p:sldId xmlns:r="http://schemas.openxmlformats.org/officeDocument/2006/relationships" id="263" r:id="Rfe0423bb2d974cb5"/>
    <p:sldId xmlns:r="http://schemas.openxmlformats.org/officeDocument/2006/relationships" id="264" r:id="Rb871ae0045dd46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48de227a084828" /><Relationship Type="http://schemas.openxmlformats.org/officeDocument/2006/relationships/slideMaster" Target="/ppt/slideMasters/slideMaster1.xml" Id="R12742e5e21854fd4" /><Relationship Type="http://schemas.openxmlformats.org/officeDocument/2006/relationships/notesMaster" Target="/ppt/notesMasters/notesMaster1.xml" Id="R6f45990faee64b6a" /><Relationship Type="http://schemas.openxmlformats.org/officeDocument/2006/relationships/presProps" Target="/ppt/presProps.xml" Id="R542705c2bb644a21" /><Relationship Type="http://schemas.openxmlformats.org/officeDocument/2006/relationships/tableStyles" Target="/ppt/tableStyles.xml" Id="R3abc2fdaa2994705" /><Relationship Type="http://schemas.openxmlformats.org/officeDocument/2006/relationships/slide" Target="/ppt/slides/slide1.xml" Id="Rce68482e375b4abc" /><Relationship Type="http://schemas.openxmlformats.org/officeDocument/2006/relationships/slide" Target="/ppt/slides/slide2.xml" Id="R13fc5cb2f7ed4d97" /><Relationship Type="http://schemas.openxmlformats.org/officeDocument/2006/relationships/slide" Target="/ppt/slides/slide3.xml" Id="R990d0155b938400e" /><Relationship Type="http://schemas.openxmlformats.org/officeDocument/2006/relationships/slide" Target="/ppt/slides/slide4.xml" Id="R6218a1cc2d4e4a66" /><Relationship Type="http://schemas.openxmlformats.org/officeDocument/2006/relationships/slide" Target="/ppt/slides/slide5.xml" Id="Rb30a2db2842b4ed9" /><Relationship Type="http://schemas.openxmlformats.org/officeDocument/2006/relationships/slide" Target="/ppt/slides/slide6.xml" Id="R6e058112dd0b4ffd" /><Relationship Type="http://schemas.openxmlformats.org/officeDocument/2006/relationships/slide" Target="/ppt/slides/slide7.xml" Id="Rb117c63137dd4277" /><Relationship Type="http://schemas.openxmlformats.org/officeDocument/2006/relationships/slide" Target="/ppt/slides/slide8.xml" Id="Rfe0423bb2d974cb5" /><Relationship Type="http://schemas.openxmlformats.org/officeDocument/2006/relationships/slide" Target="/ppt/slides/slide9.xml" Id="Rb871ae0045dd46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15d656ac1d43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d47c10ecbf4ba9" /><Relationship Type="http://schemas.openxmlformats.org/officeDocument/2006/relationships/notesMaster" Target="/ppt/notesMasters/notesMaster1.xml" Id="R91d1136d062e40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37f2ee06284893" /><Relationship Type="http://schemas.openxmlformats.org/officeDocument/2006/relationships/notesMaster" Target="/ppt/notesMasters/notesMaster1.xml" Id="R2958449ad9dc47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17b96c0094f97" /><Relationship Type="http://schemas.openxmlformats.org/officeDocument/2006/relationships/notesMaster" Target="/ppt/notesMasters/notesMaster1.xml" Id="Re90775ee2f8f45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92a5d949924546" /><Relationship Type="http://schemas.openxmlformats.org/officeDocument/2006/relationships/notesMaster" Target="/ppt/notesMasters/notesMaster1.xml" Id="Rdc6a2391e643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6b77e9a0094494" /><Relationship Type="http://schemas.openxmlformats.org/officeDocument/2006/relationships/notesMaster" Target="/ppt/notesMasters/notesMaster1.xml" Id="R2dc7fe2575d246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98d5f5d89d4360" /><Relationship Type="http://schemas.openxmlformats.org/officeDocument/2006/relationships/notesMaster" Target="/ppt/notesMasters/notesMaster1.xml" Id="R53984f46afa041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d1b05b0b824212" /><Relationship Type="http://schemas.openxmlformats.org/officeDocument/2006/relationships/notesMaster" Target="/ppt/notesMasters/notesMaster1.xml" Id="Re4c83841c4564e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d63fbd6b6744d1" /><Relationship Type="http://schemas.openxmlformats.org/officeDocument/2006/relationships/notesMaster" Target="/ppt/notesMasters/notesMaster1.xml" Id="Rbce4bf8343da4d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6ed033c0a4aa7" /><Relationship Type="http://schemas.openxmlformats.org/officeDocument/2006/relationships/notesMaster" Target="/ppt/notesMasters/notesMaster1.xml" Id="R1b2c0e5f47fd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Markdown design and training plan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623dc47bb41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e9a030732a4bbd" /><Relationship Type="http://schemas.openxmlformats.org/officeDocument/2006/relationships/slideLayout" Target="/ppt/slideLayouts/slideLayout1.xml" Id="Rc42b2db7daa7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b2db7daa7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41ae1a0814f7d" /><Relationship Type="http://schemas.openxmlformats.org/officeDocument/2006/relationships/notesSlide" Target="/ppt/notesSlides/notesSlide1.xml" Id="Rf01696ea9f47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949c3e47a4ca4" /><Relationship Type="http://schemas.openxmlformats.org/officeDocument/2006/relationships/notesSlide" Target="/ppt/notesSlides/notesSlide2.xml" Id="R89d7473e75a0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3f71672e04b5a" /><Relationship Type="http://schemas.openxmlformats.org/officeDocument/2006/relationships/notesSlide" Target="/ppt/notesSlides/notesSlide3.xml" Id="R6433f27175cb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76a076ce145fe" /><Relationship Type="http://schemas.openxmlformats.org/officeDocument/2006/relationships/notesSlide" Target="/ppt/notesSlides/notesSlide4.xml" Id="Rbb7ffa49165c49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217e0a3a149dc" /><Relationship Type="http://schemas.openxmlformats.org/officeDocument/2006/relationships/notesSlide" Target="/ppt/notesSlides/notesSlide5.xml" Id="Rcf80f044e02f46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eb7b94b9a4ed2" /><Relationship Type="http://schemas.openxmlformats.org/officeDocument/2006/relationships/notesSlide" Target="/ppt/notesSlides/notesSlide6.xml" Id="R606ab36423f245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d6b6f64d84fbd" /><Relationship Type="http://schemas.openxmlformats.org/officeDocument/2006/relationships/notesSlide" Target="/ppt/notesSlides/notesSlide7.xml" Id="R4c925a9df3e34f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5b64364443c3" /><Relationship Type="http://schemas.openxmlformats.org/officeDocument/2006/relationships/notesSlide" Target="/ppt/notesSlides/notesSlide8.xml" Id="Rf1d28727f8be4a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c4914e2874613" /><Relationship Type="http://schemas.openxmlformats.org/officeDocument/2006/relationships/notesSlide" Target="/ppt/notesSlides/notesSlide9.xml" Id="Rb0b74a568d644c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9B460-3251-4834-BF5A-02C55995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WorkAgent-RSI 整体框架与训练计划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78878-B813-4850-9A31-AB7F621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Phase 2 设计交付</a:t>
            </a:r>
          </a:p>
          <a:p xmlns:a="http://schemas.openxmlformats.org/drawingml/2006/main">
            <a:pPr>
              <a:defRPr sz="1725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2026-09-23</a:t>
            </a:r>
          </a:p>
        </p:txBody>
      </p:sp>
    </p:spTree>
    <p:extLst>
      <p:ext uri="{BB962C8B-B14F-4D97-AF65-F5344CB8AC3E}">
        <p14:creationId xmlns:p14="http://schemas.microsoft.com/office/powerpoint/2010/main" val="1558325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F78FB-F6E3-4DF9-B5AA-B431120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RSI 定义与边界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27FE5-4A30-4D9A-9618-7EB97046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096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RSI 指版本化技能和 harness 的持久改进。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当前自动化范围为 L1 和受控 L2。人类保留目标、评估、资源和高风险发布权。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模型权重自训、目标自修改和无限制 evaluator 共演化不在当前范围。</a:t>
            </a:r>
          </a:p>
        </p:txBody>
      </p:sp>
    </p:spTree>
    <p:extLst>
      <p:ext uri="{BB962C8B-B14F-4D97-AF65-F5344CB8AC3E}">
        <p14:creationId xmlns:p14="http://schemas.microsoft.com/office/powerpoint/2010/main" val="1513605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40BBF-B222-467E-A295-68C62328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7CAE8-1596-413A-96D1-FCFA5902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Benchmark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08C2D-2CE9-4497-9F78-3EDC5E29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19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Office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20F46-B24E-41CA-978F-6B2B3A9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 and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Artifacts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F8E4D-72AB-4B99-8858-A9C1C9A1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147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Candidate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055DC-E874-43D2-B92F-9466B0F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Verifier and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EAECD-2177-497F-B872-DEB5FE43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147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6534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Promotion and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Registry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2106F-9474-46CA-AC25-A4D1A193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F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F1D1D"/>
                </a:solidFill>
                <a:latin typeface="Microsoft YaHei"/>
                <a:ea typeface="Microsoft YaHei"/>
                <a:cs typeface="Microsoft YaHei"/>
              </a:rPr>
              <a:t>Frozen evaluator and protected tests remain outside candidate control</a:t>
            </a:r>
          </a:p>
        </p:txBody>
      </p:sp>
    </p:spTree>
    <p:extLst>
      <p:ext uri="{BB962C8B-B14F-4D97-AF65-F5344CB8AC3E}">
        <p14:creationId xmlns:p14="http://schemas.microsoft.com/office/powerpoint/2010/main" val="121352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C5E01-535B-4C09-A35E-61DEED5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RRSI 正则化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D00E5-5B97-4686-88DD-A686303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4381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Proposal side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退火原子编辑预算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证据感知归因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停滞时结构化探索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11480-D977-4CDB-A05F-2E9592E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38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Selection side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泄漏筛查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噪声带门槛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成本感知接受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无效组件剪枝</a:t>
            </a:r>
          </a:p>
        </p:txBody>
      </p:sp>
    </p:spTree>
    <p:extLst>
      <p:ext uri="{BB962C8B-B14F-4D97-AF65-F5344CB8AC3E}">
        <p14:creationId xmlns:p14="http://schemas.microsoft.com/office/powerpoint/2010/main" val="431944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75930-BD29-4230-A52C-6D22AAC5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证据与版本数据流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7E42C-1533-4580-9772-D9D20EB2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71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 manifest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D27F5-78DA-4A39-BDBA-C5CF463E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369A1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 and artifact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60F9D-1A50-4C40-A845-5B7EDC58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Diagnosis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038DE-6A2F-4DF0-87B8-0589EE98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1CFE9-02B8-4529-A083-D74FF68B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22830-2063-4CD4-80E4-8699ACD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6534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1CCEA-1526-446F-8CAC-7C78DCAF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571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33948-DEAA-4438-AC74-69A33D7C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每个节点记录 schema、版本、Git commit 和内容 hash</a:t>
            </a:r>
          </a:p>
        </p:txBody>
      </p:sp>
    </p:spTree>
    <p:extLst>
      <p:ext uri="{BB962C8B-B14F-4D97-AF65-F5344CB8AC3E}">
        <p14:creationId xmlns:p14="http://schemas.microsoft.com/office/powerpoint/2010/main" val="137204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A39B2-5589-4768-A65D-A9FEA6CE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训练与评估阶段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8B649-65FE-4324-BEE2-AA83DD77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  30-task pilot：验证环境、schema 和 grader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  Excel closed loop：先验证客观断言与晋级机制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  Word/PPT expansion：加入 OOXML、渲染和视觉检查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  Transfer：冻结技能后测试新模板、跨域和第二 executor</a:t>
            </a:r>
          </a:p>
        </p:txBody>
      </p:sp>
    </p:spTree>
    <p:extLst>
      <p:ext uri="{BB962C8B-B14F-4D97-AF65-F5344CB8AC3E}">
        <p14:creationId xmlns:p14="http://schemas.microsoft.com/office/powerpoint/2010/main" val="714070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F45E5-A9A4-4CC8-9BB6-C959FE47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实验矩阵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99120-8C97-4F4A-98B6-AD3AE9FD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12 个计划实验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7 个 P0：核心闭环与 RRSI 消融</a:t>
            </a:r>
          </a:p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4 个 P1：验证器、artifact evaluator、迁移与泄漏</a:t>
            </a:r>
          </a:p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 个 P2：Word 和 PowerPoint 全量扩展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主要比较：完整 WorkAgent-RSI 对单体 Self-Refine</a:t>
            </a:r>
          </a:p>
        </p:txBody>
      </p:sp>
    </p:spTree>
    <p:extLst>
      <p:ext uri="{BB962C8B-B14F-4D97-AF65-F5344CB8AC3E}">
        <p14:creationId xmlns:p14="http://schemas.microsoft.com/office/powerpoint/2010/main" val="1415465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FC7DA-B243-4DDE-BB62-F05E49D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资源与 Go No-Go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D572C-0AFA-4E05-ADB6-51268596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本机：16 核 CPU、16 GB RAM、8 GB VRAM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用途：编排、Office 处理、渲染和轻量模型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Pilot 基线约 540 run units，Excel candidate evaluation 上限约 2160 run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只有 evaluator 可用、保护边界有效、候选可复现且成本获批，才进入 main study</a:t>
            </a:r>
          </a:p>
        </p:txBody>
      </p:sp>
    </p:spTree>
    <p:extLst>
      <p:ext uri="{BB962C8B-B14F-4D97-AF65-F5344CB8AC3E}">
        <p14:creationId xmlns:p14="http://schemas.microsoft.com/office/powerpoint/2010/main" val="157048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1C2A9-B8F0-4CE1-B512-DAB7B313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风险与 Phase 3 门禁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5CF5E-19A8-430D-810B-A170BA2B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provider 和 Office 引擎差异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视觉 judge 对字体与渲染敏感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有限任务上的自适应过拟合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skill library 检索漂移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Phase 3 需要确认数据许可证、provider、Office engine、预算和隐藏集治理</a:t>
            </a:r>
          </a:p>
        </p:txBody>
      </p:sp>
    </p:spTree>
    <p:extLst>
      <p:ext uri="{BB962C8B-B14F-4D97-AF65-F5344CB8AC3E}">
        <p14:creationId xmlns:p14="http://schemas.microsoft.com/office/powerpoint/2010/main" val="338146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2026-09-23T06:14:21.1000000Z</dcterms:created>
  <dcterms:modified xsi:type="dcterms:W3CDTF">2026-09-23T06:14:21.1000000Z</dcterms:modified>
</coreProperties>
</file>